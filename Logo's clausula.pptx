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FE9"/>
    <a:srgbClr val="C86A3C"/>
    <a:srgbClr val="1B3050"/>
    <a:srgbClr val="4472C4"/>
    <a:srgbClr val="E07824"/>
    <a:srgbClr val="F5F2EE"/>
    <a:srgbClr val="C25A2D"/>
    <a:srgbClr val="287060"/>
    <a:srgbClr val="C72A22"/>
    <a:srgbClr val="FFB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1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6D5F-3BD4-43BD-9E03-DD1FDDAF1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385DD-F208-48AF-8419-E7975E081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4ECF5-8884-4141-BA1B-4652FFBB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907A7-A98B-4ECC-AC2C-7148B5214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CF9B-53F0-4075-BCEC-12CEF355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785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C195-E496-4B24-B033-035DA73E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E836-55C3-4112-97DC-8A2E1E2FB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278E4-D518-420D-845A-567DB181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8350F-8658-4ECF-B761-F220C3F52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E280-A462-48E7-B5D6-DD70D044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16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D931-5014-4D83-A5AA-AF59E852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6DF4D-C5CE-4DDC-897A-A18C286E0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4D8C4-D3CA-4E8F-AB93-7E274068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D844E-C4B0-44DC-A8F8-E65655AF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412D2-520C-4AB2-9D00-7B7D5E88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376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3B1A-033E-4EE4-B319-72338660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56FC2-73A7-4A6F-8272-4EF6CE550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ED0E5-C3A5-42B0-8D4E-71E85CB36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1AECB-048C-4F29-A488-42225F6B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D2326-5B8D-4093-90CF-62442F603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863D7-F760-436B-9C91-46BDADAB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03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0DDB-D98C-4A0A-8A89-2FEFDEF2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2D32E-9EDC-43E7-93FD-A5AF1E6E3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D6FB8-5716-4473-A88F-9C6A3AF2F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64BD5-DDA0-4123-B18C-968EABD3A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51652-83A3-4DD5-AED6-F2A3BD647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3722F-559C-4B9F-861F-EF43DD23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173F7-4526-4417-BA6F-789A4871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CF225-7D17-4DA8-A00B-D58DCBF9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68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9CB48-6C7B-42D2-BB16-4ECBCEAA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20499-2528-48D4-A701-9FD9603E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B9E05-98CC-4227-B6BE-CB8F18E2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F9AE3-3A13-4696-A7F8-34461927C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234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B28EB-700D-40A8-8E7E-5E3624D1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51DE0-CBB9-441A-8CE2-0CF5580F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4E8B2-B827-492E-8A3C-7DA69E9F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427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52F6-8B74-4A1D-9719-118D7119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478FE-6C79-491A-A6EC-5419D7AEA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6A60A-ADCE-4EA2-BB6F-25894C1C2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94ED3-5190-4348-AA25-B43CAE50A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8B8CE-5AEF-4092-B0B3-FF6EB7D3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FF988-5625-4A7D-B8D3-0AC70674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415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BF21-BD88-4B00-A934-0E10B2F4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87E3F-D369-4515-936A-15324D243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A891B-AC21-4813-8A2B-3D280FAFF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84D8A-B51B-4D69-ACA5-AEF12071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2EE34-5BC7-4606-A7E0-80E3AB23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20970-1ABA-4EB2-AF9A-8199DE04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96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C20D-237F-4180-86E6-E5D13B83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4B742-844E-4607-9151-3F61D1D8D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E878-23A3-4DEE-A19B-8D27F169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AACAA-56A8-4B13-9AD5-8050F33B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29291-7015-4689-9A2A-939F1DCA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533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ADD38-8132-4F7D-BB82-5150B781D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A1E1F-922D-43C6-967C-8D14D6FDB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112F-403C-4625-8E57-E28D72B7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318F-0870-4E5F-BEE3-96BE2B4F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79A7A-91C0-4EFC-B6B5-D8C3B11F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017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CB4DA-E743-46AA-BDA9-7A4AB54DD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F135F-7F41-492D-82FD-6E8B18DD4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6D7D-304A-4AC9-8449-3ACBE525A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47AA6-31BF-45FB-A043-DB1240EDBFB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29FA7-14B9-4C9E-9B7A-7690234BA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7187A-D705-4AFD-885E-DB8A74F1B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48CF0-40F8-46B0-A175-B8349E2099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922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Background C Initial 3D.  The initials C vector.  Initials C for design logos">
            <a:extLst>
              <a:ext uri="{FF2B5EF4-FFF2-40B4-BE49-F238E27FC236}">
                <a16:creationId xmlns:a16="http://schemas.microsoft.com/office/drawing/2014/main" id="{821134D9-C647-4C3D-94B3-CE5C72D59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74" y="838199"/>
            <a:ext cx="2433446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tter C shield logo icon design vector template elements.">
            <a:extLst>
              <a:ext uri="{FF2B5EF4-FFF2-40B4-BE49-F238E27FC236}">
                <a16:creationId xmlns:a16="http://schemas.microsoft.com/office/drawing/2014/main" id="{CB0D7CD2-B0B6-4DA8-80FD-4E48CD76B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4" y="3130567"/>
            <a:ext cx="239315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9646F6B7-BA7F-4292-B0D0-C04F48E3C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4575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bstract letter C shield logo design template. Premium nominal monogram business sign. Universal foundation vector icon. ">
            <a:extLst>
              <a:ext uri="{FF2B5EF4-FFF2-40B4-BE49-F238E27FC236}">
                <a16:creationId xmlns:a16="http://schemas.microsoft.com/office/drawing/2014/main" id="{68299BB8-2B73-4E80-9A9E-3535E11C7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840" y="3314700"/>
            <a:ext cx="3495210" cy="3028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430790E-2A40-480F-ABC9-79FBACD44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7104" y="628641"/>
            <a:ext cx="2162191" cy="1971689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1CF9C95-AC52-4247-AE89-75A364B067DB}"/>
              </a:ext>
            </a:extLst>
          </p:cNvPr>
          <p:cNvSpPr/>
          <p:nvPr/>
        </p:nvSpPr>
        <p:spPr>
          <a:xfrm>
            <a:off x="7818120" y="3882390"/>
            <a:ext cx="876300" cy="8763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357D5A-5218-4E43-819C-CDDCA84E3910}"/>
              </a:ext>
            </a:extLst>
          </p:cNvPr>
          <p:cNvSpPr txBox="1"/>
          <p:nvPr/>
        </p:nvSpPr>
        <p:spPr>
          <a:xfrm>
            <a:off x="7860030" y="3759681"/>
            <a:ext cx="1287780" cy="1121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NL" sz="6600" dirty="0">
                <a:solidFill>
                  <a:srgbClr val="FFCC66"/>
                </a:solidFill>
                <a:effectLst/>
                <a:latin typeface="Old English Text MT" panose="03040902040508030806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endParaRPr lang="nl-NL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337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5C34A3-D74C-4CAE-9995-392671CC99CD}"/>
              </a:ext>
            </a:extLst>
          </p:cNvPr>
          <p:cNvSpPr/>
          <p:nvPr/>
        </p:nvSpPr>
        <p:spPr>
          <a:xfrm>
            <a:off x="3048000" y="3348990"/>
            <a:ext cx="876300" cy="8763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45D38-D513-462D-8E90-F0943823ABC8}"/>
              </a:ext>
            </a:extLst>
          </p:cNvPr>
          <p:cNvSpPr txBox="1"/>
          <p:nvPr/>
        </p:nvSpPr>
        <p:spPr>
          <a:xfrm>
            <a:off x="3089910" y="3226281"/>
            <a:ext cx="1287780" cy="1121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NL" sz="6600" dirty="0">
                <a:solidFill>
                  <a:srgbClr val="FFCC66"/>
                </a:solidFill>
                <a:effectLst/>
                <a:latin typeface="Old English Text MT" panose="03040902040508030806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endParaRPr lang="nl-NL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0BDC9-8BCC-4110-B1F8-B9053CD29E0D}"/>
              </a:ext>
            </a:extLst>
          </p:cNvPr>
          <p:cNvSpPr txBox="1"/>
          <p:nvPr/>
        </p:nvSpPr>
        <p:spPr>
          <a:xfrm>
            <a:off x="4000500" y="3150870"/>
            <a:ext cx="367684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3200" b="1" dirty="0" err="1">
                <a:solidFill>
                  <a:schemeClr val="accent1">
                    <a:lumMod val="50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Clausula</a:t>
            </a:r>
            <a:endParaRPr lang="nl-NL" b="1" dirty="0">
              <a:solidFill>
                <a:schemeClr val="accent1">
                  <a:lumMod val="50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nl-NL" sz="1400" cap="all" dirty="0">
                <a:solidFill>
                  <a:schemeClr val="accent4">
                    <a:lumMod val="75000"/>
                  </a:schemeClr>
                </a:solidFill>
              </a:rPr>
              <a:t>Juridische toetsing · </a:t>
            </a:r>
            <a:r>
              <a:rPr lang="nl-NL" sz="1400" cap="all" dirty="0" err="1">
                <a:solidFill>
                  <a:schemeClr val="accent4">
                    <a:lumMod val="75000"/>
                  </a:schemeClr>
                </a:solidFill>
              </a:rPr>
              <a:t>scheidingsmediation</a:t>
            </a:r>
            <a:endParaRPr lang="nl-NL" sz="1600" cap="all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59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AFD2EF-091D-40CE-9624-6814E4DA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32" y="409553"/>
            <a:ext cx="8143935" cy="60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4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978E7-1779-4C77-89B9-8B8F56C41C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698"/>
          <a:stretch/>
        </p:blipFill>
        <p:spPr>
          <a:xfrm>
            <a:off x="0" y="479288"/>
            <a:ext cx="12192000" cy="17148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7D8E93-7A3A-4774-AF00-83B69C6C0A91}"/>
              </a:ext>
            </a:extLst>
          </p:cNvPr>
          <p:cNvSpPr/>
          <p:nvPr/>
        </p:nvSpPr>
        <p:spPr>
          <a:xfrm>
            <a:off x="1511300" y="654050"/>
            <a:ext cx="4958071" cy="1398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3F8CE7-6260-4663-8619-28E2F694BEAD}"/>
              </a:ext>
            </a:extLst>
          </p:cNvPr>
          <p:cNvSpPr/>
          <p:nvPr/>
        </p:nvSpPr>
        <p:spPr>
          <a:xfrm>
            <a:off x="6535164" y="918174"/>
            <a:ext cx="4958071" cy="1120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C5B3139-D64E-4CC9-AB29-ED17669B0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05" y="1816160"/>
            <a:ext cx="1609734" cy="1936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321DBE-AF57-45C3-A43D-28EC6B5FF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993" y="915598"/>
            <a:ext cx="844957" cy="815567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2677081A-B0B2-4E62-B115-D28ECA08F86B}"/>
              </a:ext>
            </a:extLst>
          </p:cNvPr>
          <p:cNvSpPr/>
          <p:nvPr/>
        </p:nvSpPr>
        <p:spPr>
          <a:xfrm>
            <a:off x="9044239" y="1159044"/>
            <a:ext cx="652463" cy="314325"/>
          </a:xfrm>
          <a:prstGeom prst="rightArrow">
            <a:avLst/>
          </a:prstGeom>
          <a:solidFill>
            <a:srgbClr val="F3EFE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6F22F42-E2DB-4790-8279-0650A3FC9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199" y="1816160"/>
            <a:ext cx="1609734" cy="19365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68998F8-E941-4B78-8377-2FCDA1942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587" y="915598"/>
            <a:ext cx="844957" cy="8155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5E28169-1C7C-400C-8AB5-904981684C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698"/>
          <a:stretch/>
        </p:blipFill>
        <p:spPr>
          <a:xfrm>
            <a:off x="0" y="2167475"/>
            <a:ext cx="12192000" cy="171487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23D68F8-A25B-4FDE-AEAE-ACE986CEFE0D}"/>
              </a:ext>
            </a:extLst>
          </p:cNvPr>
          <p:cNvSpPr/>
          <p:nvPr/>
        </p:nvSpPr>
        <p:spPr>
          <a:xfrm>
            <a:off x="1511300" y="2620732"/>
            <a:ext cx="4958071" cy="1120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916F654-D9BD-4A95-A7D1-ACE82DFC3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672" y="3524864"/>
            <a:ext cx="1609734" cy="19365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FE1CD5C-13F6-43C2-ACB6-6B453B942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060" y="2624302"/>
            <a:ext cx="844957" cy="815567"/>
          </a:xfrm>
          <a:prstGeom prst="rect">
            <a:avLst/>
          </a:prstGeom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E01C7C5F-C309-4968-93E8-A59556BFDC33}"/>
              </a:ext>
            </a:extLst>
          </p:cNvPr>
          <p:cNvSpPr/>
          <p:nvPr/>
        </p:nvSpPr>
        <p:spPr>
          <a:xfrm>
            <a:off x="3976306" y="2867748"/>
            <a:ext cx="652463" cy="314325"/>
          </a:xfrm>
          <a:prstGeom prst="rightArrow">
            <a:avLst/>
          </a:prstGeom>
          <a:solidFill>
            <a:srgbClr val="F3EFE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2A3AD9D-1CF0-4B83-BB56-007395DDD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66" y="3524864"/>
            <a:ext cx="1609734" cy="19365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3A3FCC2-24A6-4D27-AE9F-56E29ADA7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654" y="2624302"/>
            <a:ext cx="844957" cy="815567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F2465C9-914B-4A96-B70B-DEDF5391231F}"/>
              </a:ext>
            </a:extLst>
          </p:cNvPr>
          <p:cNvSpPr/>
          <p:nvPr/>
        </p:nvSpPr>
        <p:spPr>
          <a:xfrm>
            <a:off x="6535164" y="2606361"/>
            <a:ext cx="4958071" cy="1120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3568843-5770-407A-91E2-7AC702BD2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05" y="3504347"/>
            <a:ext cx="1609734" cy="1936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492A8B4-11C1-4B93-AD3C-EF19C962A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993" y="2603785"/>
            <a:ext cx="844957" cy="815567"/>
          </a:xfrm>
          <a:prstGeom prst="rect">
            <a:avLst/>
          </a:prstGeom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078912B6-30A6-457E-B429-410C95D17F43}"/>
              </a:ext>
            </a:extLst>
          </p:cNvPr>
          <p:cNvSpPr/>
          <p:nvPr/>
        </p:nvSpPr>
        <p:spPr>
          <a:xfrm>
            <a:off x="9044239" y="2847231"/>
            <a:ext cx="652463" cy="314325"/>
          </a:xfrm>
          <a:prstGeom prst="rightArrow">
            <a:avLst/>
          </a:prstGeom>
          <a:solidFill>
            <a:srgbClr val="F3EFE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28E9655-1797-4920-AC6A-0F06A7634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199" y="3504347"/>
            <a:ext cx="1609734" cy="1936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18D39D2-1ADC-4DA3-8251-EF4276468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587" y="2603785"/>
            <a:ext cx="844957" cy="815567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18E45C0-CCFE-482D-B406-574D45BBA52C}"/>
              </a:ext>
            </a:extLst>
          </p:cNvPr>
          <p:cNvSpPr/>
          <p:nvPr/>
        </p:nvSpPr>
        <p:spPr>
          <a:xfrm>
            <a:off x="3976306" y="2603785"/>
            <a:ext cx="2537231" cy="1123042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F4FA71-B516-4D96-A660-B14DC4949090}"/>
              </a:ext>
            </a:extLst>
          </p:cNvPr>
          <p:cNvSpPr txBox="1"/>
          <p:nvPr/>
        </p:nvSpPr>
        <p:spPr>
          <a:xfrm>
            <a:off x="3943555" y="971111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solidFill>
                  <a:schemeClr val="accent6">
                    <a:lumMod val="50000"/>
                  </a:schemeClr>
                </a:solidFill>
              </a:rPr>
              <a:t>+80%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81281F6-A331-4604-9488-7016520906DD}"/>
              </a:ext>
            </a:extLst>
          </p:cNvPr>
          <p:cNvSpPr/>
          <p:nvPr/>
        </p:nvSpPr>
        <p:spPr>
          <a:xfrm>
            <a:off x="9044239" y="2574957"/>
            <a:ext cx="2258761" cy="1123042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C01789-5C64-4AE1-B2E9-CCD08C12B897}"/>
              </a:ext>
            </a:extLst>
          </p:cNvPr>
          <p:cNvSpPr txBox="1"/>
          <p:nvPr/>
        </p:nvSpPr>
        <p:spPr>
          <a:xfrm>
            <a:off x="3159540" y="389929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+42% verbetering • 13 van 31 verbeterpunten opgelost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8B79221-1A44-4FA2-972C-EF4A7607F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757" y="660713"/>
            <a:ext cx="1467069" cy="20611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14E8FF9-8000-4009-BF48-4FC113A15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427" y="1871673"/>
            <a:ext cx="1609734" cy="1936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195C695-E088-400B-A2EE-C8034C971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815" y="971111"/>
            <a:ext cx="844957" cy="815567"/>
          </a:xfrm>
          <a:prstGeom prst="rect">
            <a:avLst/>
          </a:prstGeom>
        </p:spPr>
      </p:pic>
      <p:sp>
        <p:nvSpPr>
          <p:cNvPr id="62" name="Arrow: Right 61">
            <a:extLst>
              <a:ext uri="{FF2B5EF4-FFF2-40B4-BE49-F238E27FC236}">
                <a16:creationId xmlns:a16="http://schemas.microsoft.com/office/drawing/2014/main" id="{AF49A85F-4DF5-45EA-A72A-5BF36393C04F}"/>
              </a:ext>
            </a:extLst>
          </p:cNvPr>
          <p:cNvSpPr/>
          <p:nvPr/>
        </p:nvSpPr>
        <p:spPr>
          <a:xfrm>
            <a:off x="3973061" y="1214557"/>
            <a:ext cx="652463" cy="314325"/>
          </a:xfrm>
          <a:prstGeom prst="rightArrow">
            <a:avLst/>
          </a:prstGeom>
          <a:solidFill>
            <a:srgbClr val="F3EFE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0050FDAB-BEF5-42D2-831E-2AD83F206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021" y="1871673"/>
            <a:ext cx="1609734" cy="19365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DB5B68E-663F-4669-B344-C91236B36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409" y="971111"/>
            <a:ext cx="844957" cy="81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8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978E7-1779-4C77-89B9-8B8F56C41C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698"/>
          <a:stretch/>
        </p:blipFill>
        <p:spPr>
          <a:xfrm>
            <a:off x="0" y="479288"/>
            <a:ext cx="12192000" cy="17148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7D8E93-7A3A-4774-AF00-83B69C6C0A91}"/>
              </a:ext>
            </a:extLst>
          </p:cNvPr>
          <p:cNvSpPr/>
          <p:nvPr/>
        </p:nvSpPr>
        <p:spPr>
          <a:xfrm>
            <a:off x="1511300" y="654050"/>
            <a:ext cx="4958071" cy="1398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3F8CE7-6260-4663-8619-28E2F694BEAD}"/>
              </a:ext>
            </a:extLst>
          </p:cNvPr>
          <p:cNvSpPr/>
          <p:nvPr/>
        </p:nvSpPr>
        <p:spPr>
          <a:xfrm>
            <a:off x="6535164" y="918174"/>
            <a:ext cx="4958071" cy="1120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5E28169-1C7C-400C-8AB5-904981684C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698"/>
          <a:stretch/>
        </p:blipFill>
        <p:spPr>
          <a:xfrm>
            <a:off x="0" y="2167475"/>
            <a:ext cx="12192000" cy="171487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23D68F8-A25B-4FDE-AEAE-ACE986CEFE0D}"/>
              </a:ext>
            </a:extLst>
          </p:cNvPr>
          <p:cNvSpPr/>
          <p:nvPr/>
        </p:nvSpPr>
        <p:spPr>
          <a:xfrm>
            <a:off x="1511300" y="2620732"/>
            <a:ext cx="4958071" cy="1120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2465C9-914B-4A96-B70B-DEDF5391231F}"/>
              </a:ext>
            </a:extLst>
          </p:cNvPr>
          <p:cNvSpPr/>
          <p:nvPr/>
        </p:nvSpPr>
        <p:spPr>
          <a:xfrm>
            <a:off x="6535164" y="2606361"/>
            <a:ext cx="4958071" cy="1120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3568843-5770-407A-91E2-7AC702BD2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339" y="3504347"/>
            <a:ext cx="1609734" cy="1936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492A8B4-11C1-4B93-AD3C-EF19C962A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727" y="2603785"/>
            <a:ext cx="844957" cy="815567"/>
          </a:xfrm>
          <a:prstGeom prst="rect">
            <a:avLst/>
          </a:prstGeom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078912B6-30A6-457E-B429-410C95D17F43}"/>
              </a:ext>
            </a:extLst>
          </p:cNvPr>
          <p:cNvSpPr/>
          <p:nvPr/>
        </p:nvSpPr>
        <p:spPr>
          <a:xfrm>
            <a:off x="8695973" y="2847231"/>
            <a:ext cx="652463" cy="314325"/>
          </a:xfrm>
          <a:prstGeom prst="rightArrow">
            <a:avLst/>
          </a:prstGeom>
          <a:solidFill>
            <a:srgbClr val="F3EFE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28E9655-1797-4920-AC6A-0F06A7634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933" y="3504347"/>
            <a:ext cx="1609734" cy="1936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18D39D2-1ADC-4DA3-8251-EF4276468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321" y="2603785"/>
            <a:ext cx="844957" cy="815567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81281F6-A331-4604-9488-7016520906DD}"/>
              </a:ext>
            </a:extLst>
          </p:cNvPr>
          <p:cNvSpPr/>
          <p:nvPr/>
        </p:nvSpPr>
        <p:spPr>
          <a:xfrm>
            <a:off x="7081024" y="2585353"/>
            <a:ext cx="3877359" cy="11126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C01789-5C64-4AE1-B2E9-CCD08C12B897}"/>
              </a:ext>
            </a:extLst>
          </p:cNvPr>
          <p:cNvSpPr txBox="1"/>
          <p:nvPr/>
        </p:nvSpPr>
        <p:spPr>
          <a:xfrm>
            <a:off x="2199053" y="1646663"/>
            <a:ext cx="3922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b="1" dirty="0">
                <a:solidFill>
                  <a:schemeClr val="accent6">
                    <a:lumMod val="75000"/>
                  </a:schemeClr>
                </a:solidFill>
              </a:rPr>
              <a:t>+   42%  </a:t>
            </a:r>
            <a:r>
              <a:rPr lang="nl-NL" sz="1200" b="1" dirty="0">
                <a:solidFill>
                  <a:schemeClr val="bg2">
                    <a:lumMod val="50000"/>
                  </a:schemeClr>
                </a:solidFill>
              </a:rPr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100" dirty="0">
                <a:solidFill>
                  <a:schemeClr val="bg2">
                    <a:lumMod val="50000"/>
                  </a:schemeClr>
                </a:solidFill>
              </a:rPr>
              <a:t>12 van 15 verbeterpunten afgehandeld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FA45F6-9A36-4A7A-B23C-DF346D43D4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2196273" y="975764"/>
            <a:ext cx="694070" cy="64779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80E53EF-EF4E-449B-B453-27AC8BAEF7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b="82414"/>
          <a:stretch/>
        </p:blipFill>
        <p:spPr>
          <a:xfrm>
            <a:off x="4710401" y="2678981"/>
            <a:ext cx="1755909" cy="217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815FAA-CD23-43DB-8C02-A933B4D2DD96}"/>
              </a:ext>
            </a:extLst>
          </p:cNvPr>
          <p:cNvSpPr txBox="1"/>
          <p:nvPr/>
        </p:nvSpPr>
        <p:spPr>
          <a:xfrm>
            <a:off x="5352150" y="2760295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/>
              <a:t>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D553E-D3D4-42A8-889C-955894B7BD37}"/>
              </a:ext>
            </a:extLst>
          </p:cNvPr>
          <p:cNvSpPr/>
          <p:nvPr/>
        </p:nvSpPr>
        <p:spPr>
          <a:xfrm>
            <a:off x="4871555" y="2710535"/>
            <a:ext cx="1605640" cy="8708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C35D8A7-39D7-4AF8-8E39-C8BAADB830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90"/>
          <a:stretch/>
        </p:blipFill>
        <p:spPr>
          <a:xfrm>
            <a:off x="2894574" y="960673"/>
            <a:ext cx="727858" cy="66719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D0CC35A-547D-49B4-9D6C-6D9C884247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484273" y="923414"/>
            <a:ext cx="954760" cy="89110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AD9BA77-5122-469B-BE22-19078E7174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90"/>
          <a:stretch/>
        </p:blipFill>
        <p:spPr>
          <a:xfrm>
            <a:off x="5346114" y="938271"/>
            <a:ext cx="905453" cy="829988"/>
          </a:xfrm>
          <a:prstGeom prst="rect">
            <a:avLst/>
          </a:prstGeom>
        </p:spPr>
      </p:pic>
      <p:sp>
        <p:nvSpPr>
          <p:cNvPr id="43" name="Arrow: Right 42">
            <a:extLst>
              <a:ext uri="{FF2B5EF4-FFF2-40B4-BE49-F238E27FC236}">
                <a16:creationId xmlns:a16="http://schemas.microsoft.com/office/drawing/2014/main" id="{7AECB9F7-2568-425D-9998-E54C57210710}"/>
              </a:ext>
            </a:extLst>
          </p:cNvPr>
          <p:cNvSpPr/>
          <p:nvPr/>
        </p:nvSpPr>
        <p:spPr>
          <a:xfrm>
            <a:off x="3994997" y="1214557"/>
            <a:ext cx="380726" cy="314325"/>
          </a:xfrm>
          <a:prstGeom prst="rightArrow">
            <a:avLst/>
          </a:prstGeom>
          <a:solidFill>
            <a:srgbClr val="F3EFE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6A6CDBE-A037-4383-9334-F85FEE6F31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1996313" y="2664124"/>
            <a:ext cx="954760" cy="89110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AF36D5C-EF83-4540-9C81-BE6F97EDDA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90"/>
          <a:stretch/>
        </p:blipFill>
        <p:spPr>
          <a:xfrm>
            <a:off x="2858154" y="2678981"/>
            <a:ext cx="905453" cy="8299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42A122-F231-4223-9956-C1F8CFB4BF1B}"/>
              </a:ext>
            </a:extLst>
          </p:cNvPr>
          <p:cNvSpPr/>
          <p:nvPr/>
        </p:nvSpPr>
        <p:spPr>
          <a:xfrm>
            <a:off x="4728293" y="1196845"/>
            <a:ext cx="429584" cy="3252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000" b="1" dirty="0"/>
              <a:t>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B406E0-AB5C-47D7-8470-54F94FD7BDC9}"/>
              </a:ext>
            </a:extLst>
          </p:cNvPr>
          <p:cNvSpPr/>
          <p:nvPr/>
        </p:nvSpPr>
        <p:spPr>
          <a:xfrm>
            <a:off x="4166467" y="2707800"/>
            <a:ext cx="2093407" cy="844781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55E0E0-7CB5-4A88-BC52-124CFCC6A413}"/>
              </a:ext>
            </a:extLst>
          </p:cNvPr>
          <p:cNvSpPr txBox="1"/>
          <p:nvPr/>
        </p:nvSpPr>
        <p:spPr>
          <a:xfrm>
            <a:off x="4431253" y="2875746"/>
            <a:ext cx="1514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sz="1400" dirty="0">
                <a:solidFill>
                  <a:schemeClr val="bg1">
                    <a:lumMod val="65000"/>
                  </a:schemeClr>
                </a:solidFill>
              </a:rPr>
              <a:t>Nog geen concept</a:t>
            </a:r>
          </a:p>
          <a:p>
            <a:pPr algn="ctr"/>
            <a:r>
              <a:rPr lang="nl-NL" sz="1400" dirty="0">
                <a:solidFill>
                  <a:schemeClr val="bg1">
                    <a:lumMod val="65000"/>
                  </a:schemeClr>
                </a:solidFill>
              </a:rPr>
              <a:t>gegenereerd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1436B2B-A894-4FAE-8C33-2761617E4CFA}"/>
              </a:ext>
            </a:extLst>
          </p:cNvPr>
          <p:cNvSpPr/>
          <p:nvPr/>
        </p:nvSpPr>
        <p:spPr>
          <a:xfrm>
            <a:off x="6858402" y="2694491"/>
            <a:ext cx="4099981" cy="844781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2B883C-B92E-4DF4-B78A-D511CA9BBB37}"/>
              </a:ext>
            </a:extLst>
          </p:cNvPr>
          <p:cNvSpPr txBox="1"/>
          <p:nvPr/>
        </p:nvSpPr>
        <p:spPr>
          <a:xfrm>
            <a:off x="8102756" y="2943820"/>
            <a:ext cx="1920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>
                <a:solidFill>
                  <a:schemeClr val="bg1">
                    <a:lumMod val="65000"/>
                  </a:schemeClr>
                </a:solidFill>
              </a:rPr>
              <a:t>Nog niet geanalyseerd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CAD7D4EC-1194-42AD-BB84-7FCE1274BC9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9206308" y="953560"/>
            <a:ext cx="954760" cy="89110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B1B57C2-7B34-4C9F-8CD8-083686CAFD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90"/>
          <a:stretch/>
        </p:blipFill>
        <p:spPr>
          <a:xfrm>
            <a:off x="10068149" y="968417"/>
            <a:ext cx="905453" cy="829988"/>
          </a:xfrm>
          <a:prstGeom prst="rect">
            <a:avLst/>
          </a:prstGeom>
        </p:spPr>
      </p:pic>
      <p:sp>
        <p:nvSpPr>
          <p:cNvPr id="79" name="Arrow: Right 78">
            <a:extLst>
              <a:ext uri="{FF2B5EF4-FFF2-40B4-BE49-F238E27FC236}">
                <a16:creationId xmlns:a16="http://schemas.microsoft.com/office/drawing/2014/main" id="{0FA4ECCA-AFF6-44E7-A40E-43C93B98C7D3}"/>
              </a:ext>
            </a:extLst>
          </p:cNvPr>
          <p:cNvSpPr/>
          <p:nvPr/>
        </p:nvSpPr>
        <p:spPr>
          <a:xfrm>
            <a:off x="8717032" y="1244703"/>
            <a:ext cx="380726" cy="314325"/>
          </a:xfrm>
          <a:prstGeom prst="rightArrow">
            <a:avLst/>
          </a:prstGeom>
          <a:solidFill>
            <a:srgbClr val="F3EFE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6F12CC2-887A-49B3-AA51-DF3FFDA65005}"/>
              </a:ext>
            </a:extLst>
          </p:cNvPr>
          <p:cNvSpPr/>
          <p:nvPr/>
        </p:nvSpPr>
        <p:spPr>
          <a:xfrm>
            <a:off x="9450328" y="1226991"/>
            <a:ext cx="429584" cy="3252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000" b="1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5898F3-4B38-42CE-93EE-F928582CAB06}"/>
              </a:ext>
            </a:extLst>
          </p:cNvPr>
          <p:cNvSpPr txBox="1"/>
          <p:nvPr/>
        </p:nvSpPr>
        <p:spPr>
          <a:xfrm>
            <a:off x="8382875" y="2337232"/>
            <a:ext cx="2276976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nl-NL" sz="1400" b="1" dirty="0">
                <a:solidFill>
                  <a:schemeClr val="bg1">
                    <a:lumMod val="50000"/>
                  </a:schemeClr>
                </a:solidFill>
              </a:rPr>
              <a:t>Convenant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F9D0CE-115D-4F90-AC56-FEDF4B944768}"/>
              </a:ext>
            </a:extLst>
          </p:cNvPr>
          <p:cNvSpPr txBox="1"/>
          <p:nvPr/>
        </p:nvSpPr>
        <p:spPr>
          <a:xfrm>
            <a:off x="8382875" y="624724"/>
            <a:ext cx="291793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nl-NL" sz="1400" b="1" dirty="0">
                <a:solidFill>
                  <a:schemeClr val="bg1">
                    <a:lumMod val="50000"/>
                  </a:schemeClr>
                </a:solidFill>
              </a:rPr>
              <a:t>Convenant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2BC1C5-659E-4E70-8F06-68CE20F4B0F2}"/>
              </a:ext>
            </a:extLst>
          </p:cNvPr>
          <p:cNvSpPr txBox="1"/>
          <p:nvPr/>
        </p:nvSpPr>
        <p:spPr>
          <a:xfrm>
            <a:off x="3424804" y="2337232"/>
            <a:ext cx="257119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nl-NL" sz="1400" b="1" dirty="0">
                <a:solidFill>
                  <a:schemeClr val="bg1">
                    <a:lumMod val="50000"/>
                  </a:schemeClr>
                </a:solidFill>
              </a:rPr>
              <a:t>Ouderschapsplan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95EF8A8-9CF0-4C3F-9086-21B5EEA1DA32}"/>
              </a:ext>
            </a:extLst>
          </p:cNvPr>
          <p:cNvSpPr txBox="1"/>
          <p:nvPr/>
        </p:nvSpPr>
        <p:spPr>
          <a:xfrm>
            <a:off x="3402300" y="629795"/>
            <a:ext cx="257119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nl-NL" sz="1400" b="1" dirty="0">
                <a:solidFill>
                  <a:schemeClr val="bg1">
                    <a:lumMod val="50000"/>
                  </a:schemeClr>
                </a:solidFill>
              </a:rPr>
              <a:t>Ouderschapsplan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41FEF3-D6FB-43D2-843A-AD9EC7C65A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1757" b="15017"/>
          <a:stretch/>
        </p:blipFill>
        <p:spPr>
          <a:xfrm>
            <a:off x="2754313" y="1694924"/>
            <a:ext cx="1793094" cy="14974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73E2997E-6A81-4820-A076-8D9C469275B7}"/>
              </a:ext>
            </a:extLst>
          </p:cNvPr>
          <p:cNvSpPr txBox="1"/>
          <p:nvPr/>
        </p:nvSpPr>
        <p:spPr>
          <a:xfrm>
            <a:off x="6982946" y="1651890"/>
            <a:ext cx="3922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b="1" dirty="0">
                <a:solidFill>
                  <a:schemeClr val="accent6">
                    <a:lumMod val="75000"/>
                  </a:schemeClr>
                </a:solidFill>
              </a:rPr>
              <a:t>+   42%  </a:t>
            </a:r>
            <a:r>
              <a:rPr lang="nl-NL" sz="1200" b="1" dirty="0">
                <a:solidFill>
                  <a:schemeClr val="bg2">
                    <a:lumMod val="50000"/>
                  </a:schemeClr>
                </a:solidFill>
              </a:rPr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100" dirty="0">
                <a:solidFill>
                  <a:schemeClr val="bg2">
                    <a:lumMod val="50000"/>
                  </a:schemeClr>
                </a:solidFill>
              </a:rPr>
              <a:t>12 van 15 verbeterpunten opgelost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856AD1C-5FFD-4C8A-8617-206EB6CF95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6980166" y="980991"/>
            <a:ext cx="694070" cy="647798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1AA69F5-CC9D-4F4B-AB99-5B2A06C23AB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90"/>
          <a:stretch/>
        </p:blipFill>
        <p:spPr>
          <a:xfrm>
            <a:off x="7678467" y="965900"/>
            <a:ext cx="727858" cy="66719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81A0585-3CA1-4CA7-B5F5-08EB693D9E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1757" b="15017"/>
          <a:stretch/>
        </p:blipFill>
        <p:spPr>
          <a:xfrm>
            <a:off x="7524137" y="1704986"/>
            <a:ext cx="1793094" cy="14974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F46DD3F-3BBE-4D33-B2FE-C74342C89C8D}"/>
              </a:ext>
            </a:extLst>
          </p:cNvPr>
          <p:cNvSpPr/>
          <p:nvPr/>
        </p:nvSpPr>
        <p:spPr>
          <a:xfrm>
            <a:off x="3536075" y="1036301"/>
            <a:ext cx="194907" cy="152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7C0315B-16CE-4C96-975A-337E99907D35}"/>
              </a:ext>
            </a:extLst>
          </p:cNvPr>
          <p:cNvSpPr/>
          <p:nvPr/>
        </p:nvSpPr>
        <p:spPr>
          <a:xfrm>
            <a:off x="3460421" y="1460865"/>
            <a:ext cx="194907" cy="152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49AC7BB-CFBF-4F58-91D8-95AB2F591B31}"/>
              </a:ext>
            </a:extLst>
          </p:cNvPr>
          <p:cNvSpPr/>
          <p:nvPr/>
        </p:nvSpPr>
        <p:spPr>
          <a:xfrm>
            <a:off x="6105967" y="1044779"/>
            <a:ext cx="194907" cy="152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CB52ECE-E2D4-4901-A5FA-F8CDFFF9C532}"/>
              </a:ext>
            </a:extLst>
          </p:cNvPr>
          <p:cNvSpPr/>
          <p:nvPr/>
        </p:nvSpPr>
        <p:spPr>
          <a:xfrm>
            <a:off x="6078560" y="1511483"/>
            <a:ext cx="194907" cy="152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7BC8833-43BF-423A-8B85-FBBEFFF0CC3B}"/>
              </a:ext>
            </a:extLst>
          </p:cNvPr>
          <p:cNvSpPr/>
          <p:nvPr/>
        </p:nvSpPr>
        <p:spPr>
          <a:xfrm>
            <a:off x="3653079" y="2827033"/>
            <a:ext cx="194907" cy="152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69024D5-3615-4C35-B1CB-9CBA1E69B6CC}"/>
              </a:ext>
            </a:extLst>
          </p:cNvPr>
          <p:cNvSpPr/>
          <p:nvPr/>
        </p:nvSpPr>
        <p:spPr>
          <a:xfrm>
            <a:off x="3577425" y="3251597"/>
            <a:ext cx="194907" cy="152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603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EC7BEDD-6D42-4E2F-B7DB-33B87151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17" y="361940"/>
            <a:ext cx="5419765" cy="26289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353206C-7115-4D43-BC0B-31CF7211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16" y="3314690"/>
            <a:ext cx="5419765" cy="26289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8EB9882-68D7-4E15-9E2E-CE04523AA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810" y="4972048"/>
            <a:ext cx="600079" cy="23812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83DE147-EDB3-43D7-B73C-F080D6880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810" y="3757604"/>
            <a:ext cx="647705" cy="25717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98DB1AC3-EB35-47E7-A29A-526AB8245365}"/>
              </a:ext>
            </a:extLst>
          </p:cNvPr>
          <p:cNvSpPr/>
          <p:nvPr/>
        </p:nvSpPr>
        <p:spPr>
          <a:xfrm>
            <a:off x="3452810" y="4171950"/>
            <a:ext cx="600079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1F7F29-F59E-4A0D-908D-6BF2B9360C17}"/>
              </a:ext>
            </a:extLst>
          </p:cNvPr>
          <p:cNvSpPr/>
          <p:nvPr/>
        </p:nvSpPr>
        <p:spPr>
          <a:xfrm>
            <a:off x="3452809" y="5386368"/>
            <a:ext cx="600079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525A14-96B3-45FE-94BB-246A534E27F8}"/>
              </a:ext>
            </a:extLst>
          </p:cNvPr>
          <p:cNvSpPr/>
          <p:nvPr/>
        </p:nvSpPr>
        <p:spPr>
          <a:xfrm>
            <a:off x="4752971" y="5298275"/>
            <a:ext cx="1709747" cy="383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ADE0B3E-ACCA-43EB-B720-95BAE536F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2" y="5272065"/>
            <a:ext cx="1533536" cy="26670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12E8D4D4-B6D2-46E5-8AFE-007B3220DA48}"/>
              </a:ext>
            </a:extLst>
          </p:cNvPr>
          <p:cNvSpPr/>
          <p:nvPr/>
        </p:nvSpPr>
        <p:spPr>
          <a:xfrm>
            <a:off x="6534146" y="5298275"/>
            <a:ext cx="1709747" cy="383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38474F4-2239-47D7-8826-E33B88D60D7A}"/>
              </a:ext>
            </a:extLst>
          </p:cNvPr>
          <p:cNvSpPr/>
          <p:nvPr/>
        </p:nvSpPr>
        <p:spPr>
          <a:xfrm>
            <a:off x="7605713" y="4819650"/>
            <a:ext cx="600079" cy="452415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bg1">
                    <a:lumMod val="50000"/>
                  </a:schemeClr>
                </a:solidFill>
              </a:rPr>
              <a:t>Nog geen concept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250DE5-F27E-4E88-BDA5-5471C311DC8B}"/>
              </a:ext>
            </a:extLst>
          </p:cNvPr>
          <p:cNvSpPr/>
          <p:nvPr/>
        </p:nvSpPr>
        <p:spPr>
          <a:xfrm>
            <a:off x="6534146" y="4081486"/>
            <a:ext cx="1709747" cy="383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181B5A3-F266-41DC-91D9-07F2C1154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300" y="4081486"/>
            <a:ext cx="1583538" cy="23812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95B0E4A-96BF-4518-9D5C-A3B96AF332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300" y="5298275"/>
            <a:ext cx="1564491" cy="238127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5B864E6-919B-4B13-AEBD-FF496BC18F5A}"/>
              </a:ext>
            </a:extLst>
          </p:cNvPr>
          <p:cNvSpPr/>
          <p:nvPr/>
        </p:nvSpPr>
        <p:spPr>
          <a:xfrm>
            <a:off x="6525198" y="4074327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C52DCA3-F48C-43D5-9276-851873E85F96}"/>
              </a:ext>
            </a:extLst>
          </p:cNvPr>
          <p:cNvSpPr/>
          <p:nvPr/>
        </p:nvSpPr>
        <p:spPr>
          <a:xfrm>
            <a:off x="6573725" y="5284003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8888292-1200-4654-9BC8-E2EF04534807}"/>
              </a:ext>
            </a:extLst>
          </p:cNvPr>
          <p:cNvSpPr/>
          <p:nvPr/>
        </p:nvSpPr>
        <p:spPr>
          <a:xfrm>
            <a:off x="6641300" y="5303034"/>
            <a:ext cx="1564491" cy="204764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475853-C107-4DAE-995D-DFD87B6652A1}"/>
              </a:ext>
            </a:extLst>
          </p:cNvPr>
          <p:cNvSpPr/>
          <p:nvPr/>
        </p:nvSpPr>
        <p:spPr>
          <a:xfrm>
            <a:off x="4752971" y="4193398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FA9DA30-B032-48AB-99CC-CA021A2FEEA6}"/>
              </a:ext>
            </a:extLst>
          </p:cNvPr>
          <p:cNvSpPr/>
          <p:nvPr/>
        </p:nvSpPr>
        <p:spPr>
          <a:xfrm>
            <a:off x="4612464" y="3602863"/>
            <a:ext cx="1739554" cy="676241"/>
          </a:xfrm>
          <a:prstGeom prst="roundRect">
            <a:avLst>
              <a:gd name="adj" fmla="val 9225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bg1">
                    <a:lumMod val="65000"/>
                  </a:schemeClr>
                </a:solidFill>
              </a:rPr>
              <a:t>Nog niet geanalyseerd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0E25474-D31A-4664-9D32-8C87E8DC34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016" y="5518302"/>
            <a:ext cx="5248313" cy="12382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406217C-800E-4B6F-AB6A-736714A6BA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016" y="4298148"/>
            <a:ext cx="5248313" cy="12382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06C420A-D0F6-4DC7-8899-E7ECF4512C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1355" y="5457829"/>
            <a:ext cx="5276889" cy="43099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2EB751F7-9FE3-4E90-9151-2AC8164E5F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55" y="4400546"/>
            <a:ext cx="5191163" cy="1057283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6EE53B85-1064-4531-8224-8EE4168B622B}"/>
              </a:ext>
            </a:extLst>
          </p:cNvPr>
          <p:cNvSpPr/>
          <p:nvPr/>
        </p:nvSpPr>
        <p:spPr>
          <a:xfrm>
            <a:off x="6573725" y="5126851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4707B2B0-0CF4-46B4-8396-1283C990BE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4835" y="4510121"/>
            <a:ext cx="1609737" cy="88583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9074EB0-17F2-4A84-A75B-A2F7BCF373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3569" y="4719642"/>
            <a:ext cx="381003" cy="34290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230347BD-71C3-405F-AE4D-39ACF74D8A1E}"/>
              </a:ext>
            </a:extLst>
          </p:cNvPr>
          <p:cNvSpPr/>
          <p:nvPr/>
        </p:nvSpPr>
        <p:spPr>
          <a:xfrm>
            <a:off x="6274572" y="5180394"/>
            <a:ext cx="176211" cy="205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332A515-DAF4-415C-A32F-702173B68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2463" y="4481542"/>
            <a:ext cx="1866914" cy="91440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5F7AA92-B8EA-4357-853E-0906FF0E0E7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38108"/>
          <a:stretch/>
        </p:blipFill>
        <p:spPr>
          <a:xfrm>
            <a:off x="6429365" y="4500557"/>
            <a:ext cx="1090622" cy="904882"/>
          </a:xfrm>
          <a:prstGeom prst="rect">
            <a:avLst/>
          </a:prstGeom>
        </p:spPr>
      </p:pic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BAE4299-D972-4E83-9047-41E9B72728CC}"/>
              </a:ext>
            </a:extLst>
          </p:cNvPr>
          <p:cNvSpPr/>
          <p:nvPr/>
        </p:nvSpPr>
        <p:spPr>
          <a:xfrm>
            <a:off x="7503306" y="4663952"/>
            <a:ext cx="712011" cy="689108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bg1">
                    <a:lumMod val="50000"/>
                  </a:schemeClr>
                </a:solidFill>
              </a:rPr>
              <a:t>Nog geen concept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78386BFC-00EC-4D1A-A33A-F29F76FAB2B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9643" y="3429000"/>
            <a:ext cx="1133483" cy="933457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2B57BDC-288D-4561-B3DB-43476711DE6A}"/>
              </a:ext>
            </a:extLst>
          </p:cNvPr>
          <p:cNvSpPr/>
          <p:nvPr/>
        </p:nvSpPr>
        <p:spPr>
          <a:xfrm>
            <a:off x="7503306" y="3589996"/>
            <a:ext cx="712011" cy="689108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bg1">
                    <a:lumMod val="50000"/>
                  </a:schemeClr>
                </a:solidFill>
              </a:rPr>
              <a:t>Nog geen concept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17A786B1-275F-4AE4-996F-A7FFF818AA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1566" y="3419468"/>
            <a:ext cx="1028708" cy="16192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4DF27E6-140A-4048-8C1B-2FD2C57AD2C1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11323" b="10173"/>
          <a:stretch/>
        </p:blipFill>
        <p:spPr>
          <a:xfrm>
            <a:off x="6505571" y="4459900"/>
            <a:ext cx="1757351" cy="962226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3C2A3268-B692-4B63-8CEA-7C8E75BD78A4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11323" b="10173"/>
          <a:stretch/>
        </p:blipFill>
        <p:spPr>
          <a:xfrm>
            <a:off x="6505571" y="3380391"/>
            <a:ext cx="1757351" cy="96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6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EC7BEDD-6D42-4E2F-B7DB-33B87151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17" y="361940"/>
            <a:ext cx="5419765" cy="26289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353206C-7115-4D43-BC0B-31CF7211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16" y="3314690"/>
            <a:ext cx="5419765" cy="26289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8EB9882-68D7-4E15-9E2E-CE04523AA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810" y="4972048"/>
            <a:ext cx="600079" cy="23812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83DE147-EDB3-43D7-B73C-F080D6880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810" y="3757604"/>
            <a:ext cx="647705" cy="25717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98DB1AC3-EB35-47E7-A29A-526AB8245365}"/>
              </a:ext>
            </a:extLst>
          </p:cNvPr>
          <p:cNvSpPr/>
          <p:nvPr/>
        </p:nvSpPr>
        <p:spPr>
          <a:xfrm>
            <a:off x="3452810" y="4171950"/>
            <a:ext cx="600079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1F7F29-F59E-4A0D-908D-6BF2B9360C17}"/>
              </a:ext>
            </a:extLst>
          </p:cNvPr>
          <p:cNvSpPr/>
          <p:nvPr/>
        </p:nvSpPr>
        <p:spPr>
          <a:xfrm>
            <a:off x="3452809" y="5386368"/>
            <a:ext cx="600079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525A14-96B3-45FE-94BB-246A534E27F8}"/>
              </a:ext>
            </a:extLst>
          </p:cNvPr>
          <p:cNvSpPr/>
          <p:nvPr/>
        </p:nvSpPr>
        <p:spPr>
          <a:xfrm>
            <a:off x="4752971" y="5298275"/>
            <a:ext cx="1709747" cy="383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ADE0B3E-ACCA-43EB-B720-95BAE536F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2" y="5272065"/>
            <a:ext cx="1533536" cy="26670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12E8D4D4-B6D2-46E5-8AFE-007B3220DA48}"/>
              </a:ext>
            </a:extLst>
          </p:cNvPr>
          <p:cNvSpPr/>
          <p:nvPr/>
        </p:nvSpPr>
        <p:spPr>
          <a:xfrm>
            <a:off x="6534146" y="5298275"/>
            <a:ext cx="1709747" cy="383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38474F4-2239-47D7-8826-E33B88D60D7A}"/>
              </a:ext>
            </a:extLst>
          </p:cNvPr>
          <p:cNvSpPr/>
          <p:nvPr/>
        </p:nvSpPr>
        <p:spPr>
          <a:xfrm>
            <a:off x="7605713" y="4819650"/>
            <a:ext cx="600079" cy="452415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bg1">
                    <a:lumMod val="50000"/>
                  </a:schemeClr>
                </a:solidFill>
              </a:rPr>
              <a:t>Nog geen concept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250DE5-F27E-4E88-BDA5-5471C311DC8B}"/>
              </a:ext>
            </a:extLst>
          </p:cNvPr>
          <p:cNvSpPr/>
          <p:nvPr/>
        </p:nvSpPr>
        <p:spPr>
          <a:xfrm>
            <a:off x="6534146" y="4081486"/>
            <a:ext cx="1709747" cy="383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181B5A3-F266-41DC-91D9-07F2C1154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300" y="4081486"/>
            <a:ext cx="1583538" cy="23812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95B0E4A-96BF-4518-9D5C-A3B96AF332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300" y="5298275"/>
            <a:ext cx="1564491" cy="238127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5B864E6-919B-4B13-AEBD-FF496BC18F5A}"/>
              </a:ext>
            </a:extLst>
          </p:cNvPr>
          <p:cNvSpPr/>
          <p:nvPr/>
        </p:nvSpPr>
        <p:spPr>
          <a:xfrm>
            <a:off x="6525198" y="4074327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C52DCA3-F48C-43D5-9276-851873E85F96}"/>
              </a:ext>
            </a:extLst>
          </p:cNvPr>
          <p:cNvSpPr/>
          <p:nvPr/>
        </p:nvSpPr>
        <p:spPr>
          <a:xfrm>
            <a:off x="6573725" y="5284003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8888292-1200-4654-9BC8-E2EF04534807}"/>
              </a:ext>
            </a:extLst>
          </p:cNvPr>
          <p:cNvSpPr/>
          <p:nvPr/>
        </p:nvSpPr>
        <p:spPr>
          <a:xfrm>
            <a:off x="6641300" y="5303034"/>
            <a:ext cx="1564491" cy="204764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475853-C107-4DAE-995D-DFD87B6652A1}"/>
              </a:ext>
            </a:extLst>
          </p:cNvPr>
          <p:cNvSpPr/>
          <p:nvPr/>
        </p:nvSpPr>
        <p:spPr>
          <a:xfrm>
            <a:off x="4752971" y="4193398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FA9DA30-B032-48AB-99CC-CA021A2FEEA6}"/>
              </a:ext>
            </a:extLst>
          </p:cNvPr>
          <p:cNvSpPr/>
          <p:nvPr/>
        </p:nvSpPr>
        <p:spPr>
          <a:xfrm>
            <a:off x="4612464" y="3545681"/>
            <a:ext cx="1739554" cy="747400"/>
          </a:xfrm>
          <a:prstGeom prst="roundRect">
            <a:avLst>
              <a:gd name="adj" fmla="val 9225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nl-NL" sz="600" dirty="0">
                <a:solidFill>
                  <a:schemeClr val="bg1">
                    <a:lumMod val="65000"/>
                  </a:schemeClr>
                </a:solidFill>
              </a:rPr>
              <a:t>Nog niet geanalyseerd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0E25474-D31A-4664-9D32-8C87E8DC34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016" y="5518302"/>
            <a:ext cx="5248313" cy="12382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406217C-800E-4B6F-AB6A-736714A6BA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016" y="4298148"/>
            <a:ext cx="5248313" cy="12382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06C420A-D0F6-4DC7-8899-E7ECF4512C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1355" y="5457829"/>
            <a:ext cx="5276889" cy="43099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2EB751F7-9FE3-4E90-9151-2AC8164E5F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55" y="4400546"/>
            <a:ext cx="5191163" cy="1057283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6EE53B85-1064-4531-8224-8EE4168B622B}"/>
              </a:ext>
            </a:extLst>
          </p:cNvPr>
          <p:cNvSpPr/>
          <p:nvPr/>
        </p:nvSpPr>
        <p:spPr>
          <a:xfrm>
            <a:off x="6573725" y="5126851"/>
            <a:ext cx="1699640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4707B2B0-0CF4-46B4-8396-1283C990BE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4835" y="4510121"/>
            <a:ext cx="1609737" cy="88583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9074EB0-17F2-4A84-A75B-A2F7BCF373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3569" y="4719642"/>
            <a:ext cx="381003" cy="34290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230347BD-71C3-405F-AE4D-39ACF74D8A1E}"/>
              </a:ext>
            </a:extLst>
          </p:cNvPr>
          <p:cNvSpPr/>
          <p:nvPr/>
        </p:nvSpPr>
        <p:spPr>
          <a:xfrm>
            <a:off x="6274572" y="5180394"/>
            <a:ext cx="176211" cy="205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332A515-DAF4-415C-A32F-702173B68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2463" y="4481542"/>
            <a:ext cx="1866914" cy="91440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5F7AA92-B8EA-4357-853E-0906FF0E0E7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38108"/>
          <a:stretch/>
        </p:blipFill>
        <p:spPr>
          <a:xfrm>
            <a:off x="6429365" y="4500557"/>
            <a:ext cx="1090622" cy="904882"/>
          </a:xfrm>
          <a:prstGeom prst="rect">
            <a:avLst/>
          </a:prstGeom>
        </p:spPr>
      </p:pic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BAE4299-D972-4E83-9047-41E9B72728CC}"/>
              </a:ext>
            </a:extLst>
          </p:cNvPr>
          <p:cNvSpPr/>
          <p:nvPr/>
        </p:nvSpPr>
        <p:spPr>
          <a:xfrm>
            <a:off x="7503306" y="4663952"/>
            <a:ext cx="712011" cy="689108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bg1">
                    <a:lumMod val="50000"/>
                  </a:schemeClr>
                </a:solidFill>
              </a:rPr>
              <a:t>Nog geen concept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78386BFC-00EC-4D1A-A33A-F29F76FAB2B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9643" y="3429000"/>
            <a:ext cx="1133483" cy="933457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2B57BDC-288D-4561-B3DB-43476711DE6A}"/>
              </a:ext>
            </a:extLst>
          </p:cNvPr>
          <p:cNvSpPr/>
          <p:nvPr/>
        </p:nvSpPr>
        <p:spPr>
          <a:xfrm>
            <a:off x="7503306" y="3589996"/>
            <a:ext cx="712011" cy="689108"/>
          </a:xfrm>
          <a:prstGeom prst="roundRect">
            <a:avLst>
              <a:gd name="adj" fmla="val 929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bg1">
                    <a:lumMod val="50000"/>
                  </a:schemeClr>
                </a:solidFill>
              </a:rPr>
              <a:t>Nog geen concept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17A786B1-275F-4AE4-996F-A7FFF818AA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1566" y="3376601"/>
            <a:ext cx="1028708" cy="16192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4DF27E6-140A-4048-8C1B-2FD2C57AD2C1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11323" b="10173"/>
          <a:stretch/>
        </p:blipFill>
        <p:spPr>
          <a:xfrm>
            <a:off x="6505571" y="4459900"/>
            <a:ext cx="1757351" cy="962226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3C2A3268-B692-4B63-8CEA-7C8E75BD78A4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11323" b="10173"/>
          <a:stretch/>
        </p:blipFill>
        <p:spPr>
          <a:xfrm>
            <a:off x="6505571" y="3380391"/>
            <a:ext cx="1757351" cy="9622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04B61B-B541-406F-808A-54356942FB9C}"/>
              </a:ext>
            </a:extLst>
          </p:cNvPr>
          <p:cNvSpPr/>
          <p:nvPr/>
        </p:nvSpPr>
        <p:spPr>
          <a:xfrm>
            <a:off x="4612463" y="5226344"/>
            <a:ext cx="1569247" cy="160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988F-F930-46E1-A365-063C2C7EB9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9587" y="5203452"/>
            <a:ext cx="664410" cy="980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4C255A-DA5E-41C5-8CA9-08912678E44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26733" y="5292878"/>
            <a:ext cx="573917" cy="78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8BDFE0-EE6C-4E51-B27D-02B96D4C16F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03411" y="4741746"/>
            <a:ext cx="506881" cy="33505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2B8588C-0C02-43CF-A7BC-835C87BAB8A5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24918" r="65853" b="24371"/>
          <a:stretch/>
        </p:blipFill>
        <p:spPr>
          <a:xfrm>
            <a:off x="5245879" y="4602080"/>
            <a:ext cx="665225" cy="68904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F6363AD-89CC-4B0D-B0A6-57DE44DFAB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3712" y="4435087"/>
            <a:ext cx="1028708" cy="16192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E33D2CB-034F-41FB-B2E8-816579A8DB33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30516"/>
          <a:stretch/>
        </p:blipFill>
        <p:spPr>
          <a:xfrm>
            <a:off x="7151105" y="4756922"/>
            <a:ext cx="352201" cy="33505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F8C0BB7-C814-4283-8D64-33E1D2E4A72D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24918" r="65853" b="24371"/>
          <a:stretch/>
        </p:blipFill>
        <p:spPr>
          <a:xfrm>
            <a:off x="6493573" y="4617256"/>
            <a:ext cx="665225" cy="68904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92C783A-0A6F-4B85-97FF-1824ADDC6705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30516"/>
          <a:stretch/>
        </p:blipFill>
        <p:spPr>
          <a:xfrm>
            <a:off x="7157768" y="3678080"/>
            <a:ext cx="352201" cy="33505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232D290-2C7C-4B37-A94E-AAF06FE5CC89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24918" r="65853" b="24371"/>
          <a:stretch/>
        </p:blipFill>
        <p:spPr>
          <a:xfrm>
            <a:off x="6500236" y="3538414"/>
            <a:ext cx="665225" cy="689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861669-541F-468E-AFE9-2EFB3407FCC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7086" y="3686177"/>
            <a:ext cx="219077" cy="21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8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8DE389-1A99-491A-8381-6987AB63A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1538592"/>
            <a:ext cx="8178800" cy="42814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DF1B48-5245-43AF-A0A6-029DD2E1F3CB}"/>
              </a:ext>
            </a:extLst>
          </p:cNvPr>
          <p:cNvSpPr/>
          <p:nvPr/>
        </p:nvSpPr>
        <p:spPr>
          <a:xfrm>
            <a:off x="3244850" y="2349500"/>
            <a:ext cx="6292850" cy="882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251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5A43CD-5150-4AC3-8DF4-1EAE85744D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30797" b="-250"/>
          <a:stretch/>
        </p:blipFill>
        <p:spPr>
          <a:xfrm>
            <a:off x="308970" y="786560"/>
            <a:ext cx="3987961" cy="3810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60C3F9-F2E3-41FB-87D4-FBA362D0A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4" y="886961"/>
            <a:ext cx="3714777" cy="1905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D5E53D-E2B7-4176-B498-BCAE9E92E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527" y="694937"/>
            <a:ext cx="6508161" cy="445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3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63C051-7DE5-4815-A11E-FF23C185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991" y="704830"/>
            <a:ext cx="5896018" cy="544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3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A371A3-593A-4286-9381-56A7E818E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8835"/>
            <a:ext cx="12192000" cy="58803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916EC8-2368-46BD-B21B-B8D6CF262E2A}"/>
              </a:ext>
            </a:extLst>
          </p:cNvPr>
          <p:cNvSpPr txBox="1"/>
          <p:nvPr/>
        </p:nvSpPr>
        <p:spPr>
          <a:xfrm>
            <a:off x="3298371" y="6705600"/>
            <a:ext cx="155238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&amp; "C:\Users\alexx\AppData\Local\Temp\claude\c--Users-alexx-Dropbox-Clausula\786a0927-55d5-490e-a56d-6ecea70a5fd1\scratchpad\opruimen-claude-json.ps1"</a:t>
            </a:r>
          </a:p>
          <a:p>
            <a:endParaRPr lang="nl-NL" dirty="0"/>
          </a:p>
          <a:p>
            <a:r>
              <a:rPr lang="nl-NL" b="0" i="0" dirty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Copy-Item "$</a:t>
            </a:r>
            <a:r>
              <a:rPr lang="nl-NL" b="0" i="0" dirty="0" err="1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env:USERPROFILE</a:t>
            </a:r>
            <a:r>
              <a:rPr lang="nl-NL" b="0" i="0" dirty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\.</a:t>
            </a:r>
            <a:r>
              <a:rPr lang="nl-NL" b="0" i="0" dirty="0" err="1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claude.json.bak</a:t>
            </a:r>
            <a:r>
              <a:rPr lang="nl-NL" b="0" i="0" dirty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-opruimen" "$</a:t>
            </a:r>
            <a:r>
              <a:rPr lang="nl-NL" b="0" i="0" dirty="0" err="1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env:USERPROFILE</a:t>
            </a:r>
            <a:r>
              <a:rPr lang="nl-NL" b="0" i="0" dirty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\.</a:t>
            </a:r>
            <a:r>
              <a:rPr lang="nl-NL" b="0" i="0" dirty="0" err="1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claude.json</a:t>
            </a:r>
            <a:r>
              <a:rPr lang="nl-NL" b="0" i="0" dirty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" –Force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41918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AEE55D7-0E5A-4FEA-954B-E3CC8E9D4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86" y="609644"/>
            <a:ext cx="8413883" cy="57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0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UI Gothic</vt:lpstr>
      <vt:lpstr>Arial</vt:lpstr>
      <vt:lpstr>Calibri</vt:lpstr>
      <vt:lpstr>Calibri Light</vt:lpstr>
      <vt:lpstr>Courier New</vt:lpstr>
      <vt:lpstr>Old English Text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{C}</dc:title>
  <dc:creator>alexander lenders</dc:creator>
  <cp:lastModifiedBy>alexander lenders</cp:lastModifiedBy>
  <cp:revision>75</cp:revision>
  <dcterms:created xsi:type="dcterms:W3CDTF">2026-07-17T09:45:51Z</dcterms:created>
  <dcterms:modified xsi:type="dcterms:W3CDTF">2026-08-19T08:17:07Z</dcterms:modified>
</cp:coreProperties>
</file>